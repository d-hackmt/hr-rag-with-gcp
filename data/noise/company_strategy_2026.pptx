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Category: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Company Strategy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Expand into two new international markets</a:t>
            </a:r>
          </a:p>
          <a:p>
            <a:pPr>
              <a:defRPr sz="1800"/>
            </a:pPr>
            <a:r>
              <a:t>Increase product platform investment by 20%</a:t>
            </a:r>
          </a:p>
          <a:p>
            <a:pPr>
              <a:defRPr sz="1800"/>
            </a:pPr>
            <a:r>
              <a:t>Grow partner ecosystem revenue share to 15% of total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H1: market entry research and regulatory review</a:t>
            </a:r>
          </a:p>
          <a:p>
            <a:pPr>
              <a:defRPr sz="1800"/>
            </a:pPr>
            <a:r>
              <a:t>H2: launch in first new market with local partner</a:t>
            </a:r>
          </a:p>
          <a:p>
            <a:pPr>
              <a:defRPr sz="1800"/>
            </a:pPr>
            <a:r>
              <a:t>Ongoing: quarterly board strategy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