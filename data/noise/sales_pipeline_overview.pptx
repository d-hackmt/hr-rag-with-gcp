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Category: Sales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Pipeline Overview — Q3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Prospecting -&gt; Qualified -&gt; Proposal -&gt; Negotiation -&gt; Closed Won/Lost</a:t>
            </a:r>
          </a:p>
          <a:p>
            <a:pPr>
              <a:defRPr sz="1800"/>
            </a:pPr>
            <a:r>
              <a:t>Average deal cycle: 34 days</a:t>
            </a:r>
          </a:p>
          <a:p>
            <a:pPr>
              <a:defRPr sz="1800"/>
            </a:pPr>
            <a:r>
              <a:t>Current pipeline value: $4.2M across 86 open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Quota Attainment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North America: 104% of quota</a:t>
            </a:r>
          </a:p>
          <a:p>
            <a:pPr>
              <a:defRPr sz="1800"/>
            </a:pPr>
            <a:r>
              <a:t>EMEA: 91% of quota</a:t>
            </a:r>
          </a:p>
          <a:p>
            <a:pPr>
              <a:defRPr sz="1800"/>
            </a:pPr>
            <a:r>
              <a:t>APAC: 88% of quota</a:t>
            </a:r>
          </a:p>
          <a:p>
            <a:pPr>
              <a:defRPr sz="1800"/>
            </a:pPr>
            <a:r>
              <a:t>Sales reps are evaluated quarterly against individual quota targets, not annual leave balances.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